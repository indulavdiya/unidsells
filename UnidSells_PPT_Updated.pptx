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3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784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A0A05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18120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182880"/>
            <a:ext cx="2926080" cy="2926080"/>
          </a:xfrm>
          <a:prstGeom prst="ellipse">
            <a:avLst/>
          </a:prstGeom>
          <a:solidFill>
            <a:srgbClr val="C8973A">
              <a:alpha val="1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731520"/>
            <a:ext cx="1828800" cy="1828800"/>
          </a:xfrm>
          <a:prstGeom prst="ellipse">
            <a:avLst/>
          </a:prstGeom>
          <a:solidFill>
            <a:srgbClr val="C8973A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777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Sells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Sell Anything — Marketplace Web Application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27248"/>
            <a:ext cx="3474720" cy="36576"/>
          </a:xfrm>
          <a:prstGeom prst="rect">
            <a:avLst/>
          </a:prstGeom>
          <a:solidFill>
            <a:srgbClr val="C8973A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461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By: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L.INDU</a:t>
            </a: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2606040"/>
            <a:ext cx="1600200" cy="100584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26426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32120" y="306324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Sell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32120" y="3310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69480" y="2606040"/>
            <a:ext cx="1600200" cy="100584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26426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69480" y="306324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69480" y="3310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32120" y="3749040"/>
            <a:ext cx="1600200" cy="100584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37856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420624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32120" y="4453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OTP Reset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69480" y="3749040"/>
            <a:ext cx="1600200" cy="100584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69480" y="37856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69480" y="420624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69480" y="4453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Ads + Account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5074920"/>
            <a:ext cx="859536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Node.js · MongoDB · Express · Socket.io · Claude AI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|  INTRODUCTION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the Project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UnidSells is a full-stack web marketplace platform that enables users to buy and sell products online — built entirely using Claude AI (Anthropic) as the coding assistant.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login (email/mobile), forgot password with OTP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ads with multiple images — upload from device or paste URL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buyer-seller chat using Socket.io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Wishlist, budget filter, category search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Ads dashboard — edit, delete, mark as sold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— manage users (block/delete), flag/delete listings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298448"/>
            <a:ext cx="3200400" cy="77724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1298448"/>
            <a:ext cx="64008" cy="77724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3441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0" y="1755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2212848"/>
            <a:ext cx="3200400" cy="77724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2212848"/>
            <a:ext cx="64008" cy="77724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258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669280" y="2670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3127248"/>
            <a:ext cx="3200400" cy="77724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3127248"/>
            <a:ext cx="64008" cy="77724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1729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669280" y="3584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4041648"/>
            <a:ext cx="3200400" cy="77724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4041648"/>
            <a:ext cx="64008" cy="77724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4087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69280" y="4498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copilot by giving prompt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|  OBJECTIVES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206240" cy="109728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3716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15568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Development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170078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full-stack web application using only </a:t>
            </a:r>
            <a:r>
              <a:rPr lang="en-US" sz="10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copilot by giving prompt  — no manual code writing.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206240" cy="109728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28616" y="13716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50408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Implementation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0408" y="170078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backend, MongoDB database, REST APIs, Socket.io real-time features.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32888"/>
            <a:ext cx="4206240" cy="109728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" y="26060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5568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293522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Email/mobile login, signup, OTP-based forgot password, role-based access control.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532888"/>
            <a:ext cx="4206240" cy="109728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28616" y="26060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0408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Marketplace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50408" y="293522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Multi-image listings, wishlist, budget filter, category search, real-time chat.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67328"/>
            <a:ext cx="4206240" cy="109728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" y="38404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15568" y="3840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5568" y="41696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 (block/delete), moderate all listings (flag/delete), monitor chats.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767328"/>
            <a:ext cx="4206240" cy="1097280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28616" y="38404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50408" y="3840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50408" y="41696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to craft effective AI prompts to generate working, production-ready code.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|  STAKEHOLDERS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Stakeholders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98448"/>
            <a:ext cx="64008" cy="804672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356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61872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Buyers (Users)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17007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listings by category or budget, search products, add to wishlist, and message sellers directly through the real-time chat.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12848"/>
            <a:ext cx="64008" cy="804672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500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🛍️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61872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Sellers (Users)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26151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post product ads with multiple images, manage their listings (edit/delete/mark sold), and respond to buyer messages.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27248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27248"/>
            <a:ext cx="64008" cy="80467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644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61872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61872" y="35295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admin panel to manage all users (view/block/delete), moderate listings (flag/delete), and monitor chat activity.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41648"/>
            <a:ext cx="64008" cy="80467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788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261872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Evaluators / Faculty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1872" y="44439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project for AI tool usage, prompt quality, technical depth, UI design, and overall functionality of the marketplace.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|  TECH STACK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Languages, Tools &amp; Software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206240" cy="1664208"/>
          </a:xfrm>
          <a:prstGeom prst="rect">
            <a:avLst/>
          </a:prstGeom>
          <a:solidFill>
            <a:srgbClr val="0F0F0A"/>
          </a:solidFill>
          <a:ln w="6350">
            <a:solidFill>
              <a:srgbClr val="1A6FA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98448"/>
            <a:ext cx="4206240" cy="329184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16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3931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(Runtime Environment)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(Web Framework)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(Real-time Chat)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(Image File Upload)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(Password Hashing)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206240" cy="1664208"/>
          </a:xfrm>
          <a:prstGeom prst="rect">
            <a:avLst/>
          </a:prstGeom>
          <a:solidFill>
            <a:srgbClr val="0F0F0A"/>
          </a:solidFill>
          <a:ln w="6350">
            <a:solidFill>
              <a:srgbClr val="1E7B4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98448"/>
            <a:ext cx="4206240" cy="329184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16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682496"/>
            <a:ext cx="3931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(Structure)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(Styling &amp; Animations)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(Logic)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Playfair Display + DM Sans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(Mobile-first)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81528"/>
            <a:ext cx="4206240" cy="1664208"/>
          </a:xfrm>
          <a:prstGeom prst="rect">
            <a:avLst/>
          </a:prstGeom>
          <a:solidFill>
            <a:srgbClr val="0F0F0A"/>
          </a:solidFill>
          <a:ln w="6350">
            <a:solidFill>
              <a:srgbClr val="C897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81528"/>
            <a:ext cx="4206240" cy="329184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99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465576"/>
            <a:ext cx="3931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(NoSQL Database)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(Schema + Queries)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Models: User, Listing, Chat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documents for messages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for joined queries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081528"/>
            <a:ext cx="4206240" cy="1664208"/>
          </a:xfrm>
          <a:prstGeom prst="rect">
            <a:avLst/>
          </a:prstGeom>
          <a:solidFill>
            <a:srgbClr val="0F0F0A"/>
          </a:solidFill>
          <a:ln w="6350">
            <a:solidFill>
              <a:srgbClr val="7B2D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81528"/>
            <a:ext cx="4206240" cy="329184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99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Tools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465576"/>
            <a:ext cx="3931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copilot (Code Generation)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(Code Editor)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(Version Control)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|  PROMPTS  (1 of 2)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Used to Generate the Code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82296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325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0432" y="1307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16184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full-stack marketplace web application using Node.js, Express, MongoDB, HTML, CSS, and JavaScript with user authentication and product listing features."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57984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57984"/>
            <a:ext cx="64008" cy="82296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2494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2231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5420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"Implement user authentication with login and signup functionality using MongoDB, including session handling and local storage for user data."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81528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81528"/>
            <a:ext cx="64008" cy="82296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1729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70432" y="34655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"Develop CRUD operations for product listings, including image uploads, product details page, and category-based filtering."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05072"/>
            <a:ext cx="64008" cy="82296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096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Feature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70432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 a wishlist system using localStorage to save and retrieve user-selected products with navigation to product details."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|  PROMPTS  (2 of 2)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Prompts — Chat, Notifications &amp; Routing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82296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325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0432" y="1307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16184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"Implement a real-time-style chat system between buyers and sellers with message storage in MongoDB and a chat interface."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57984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57984"/>
            <a:ext cx="64008" cy="82296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2494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2231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Inbox 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5420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"Design a chat list interface displaying all conversations with last message preview and unread message indicators."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81528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81528"/>
            <a:ext cx="64008" cy="82296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1729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70432" y="34655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"Implement notification badges for unread chat messages and update counts dynamically on the homepage."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05072"/>
            <a:ext cx="64008" cy="82296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096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Enhancements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70432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"Improve UI with responsive layouts, image sliders, modal zoom for product images, and clean navigation design."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" y="470001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|  PROMPTS  (3 of 3)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Prompts — Routing, API and Deployment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82296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325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P9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0432" y="1307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API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16184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"Connect frontend with backend APIs using Express routes for users, listings, and chat functionalities."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57984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57984"/>
            <a:ext cx="64008" cy="82296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2494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2231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Ready Structure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5420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"Organize project structure with models, routes, public assets, and server configuration for scalability."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81528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81528"/>
            <a:ext cx="64008" cy="82296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1729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P11  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70432" y="34655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 10 prompts were used iteratively to build, debug, and enhance the UnidSells platform from scratch using Claude AI."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IN" dirty="0"/>
              <a:t>pp</a:t>
            </a:r>
          </a:p>
        </p:txBody>
      </p:sp>
      <p:sp>
        <p:nvSpPr>
          <p:cNvPr id="23" name="Shape 21"/>
          <p:cNvSpPr/>
          <p:nvPr/>
        </p:nvSpPr>
        <p:spPr>
          <a:xfrm>
            <a:off x="365760" y="4005072"/>
            <a:ext cx="64008" cy="82296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096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p12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Used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70432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used </a:t>
            </a:r>
            <a:r>
              <a:rPr lang="en-US" sz="900" dirty="0" err="1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copilet</a:t>
            </a: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generate all code, fix errors, and build complete features through prompt engineering."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" y="470001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|  WORKFLOW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Workflow Flowchart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1389888" cy="45720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3444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Site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435608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login.html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09928" y="1435608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901952" y="1207008"/>
            <a:ext cx="1389888" cy="45720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12" name="Text 10"/>
          <p:cNvSpPr/>
          <p:nvPr/>
        </p:nvSpPr>
        <p:spPr>
          <a:xfrm>
            <a:off x="1901952" y="123444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Up/Login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01952" y="1435608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Mobile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91840" y="1435608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483864" y="1207008"/>
            <a:ext cx="1389888" cy="4572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6" name="Text 14"/>
          <p:cNvSpPr/>
          <p:nvPr/>
        </p:nvSpPr>
        <p:spPr>
          <a:xfrm>
            <a:off x="3483864" y="123444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83864" y="1435608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→ Reset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96896" y="1664208"/>
            <a:ext cx="0" cy="118872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873752" y="1435608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5065776" y="1207008"/>
            <a:ext cx="1389888" cy="4572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1" name="Text 19"/>
          <p:cNvSpPr/>
          <p:nvPr/>
        </p:nvSpPr>
        <p:spPr>
          <a:xfrm>
            <a:off x="5065776" y="123444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65776" y="1435608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Listings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455664" y="1435608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647688" y="1207008"/>
            <a:ext cx="13716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647688" y="1298448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Block/Delete/Flag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1783080"/>
            <a:ext cx="1389888" cy="457200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181051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2011680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Listings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709928" y="2011680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901952" y="1783080"/>
            <a:ext cx="1389888" cy="457200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31" name="Text 29"/>
          <p:cNvSpPr/>
          <p:nvPr/>
        </p:nvSpPr>
        <p:spPr>
          <a:xfrm>
            <a:off x="1901952" y="181051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Search/Filter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01952" y="2011680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or Budget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91840" y="2011680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3483864" y="1783080"/>
            <a:ext cx="1389888" cy="4572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5" name="Text 33"/>
          <p:cNvSpPr/>
          <p:nvPr/>
        </p:nvSpPr>
        <p:spPr>
          <a:xfrm>
            <a:off x="3483864" y="181051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Product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83864" y="2011680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Slider + Info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73752" y="2011680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5065776" y="1783080"/>
            <a:ext cx="1389888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5065776" y="181051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65776" y="2011680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for Later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455664" y="2011680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6647688" y="1783080"/>
            <a:ext cx="1371600" cy="45720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43" name="Text 41"/>
          <p:cNvSpPr/>
          <p:nvPr/>
        </p:nvSpPr>
        <p:spPr>
          <a:xfrm>
            <a:off x="6647688" y="1810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Seller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47688" y="2011680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Chat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14984" y="2240280"/>
            <a:ext cx="0" cy="118872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320040" y="2359152"/>
            <a:ext cx="1389888" cy="4572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0040" y="2587752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Price, Images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09928" y="2587752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1901952" y="2359152"/>
            <a:ext cx="1389888" cy="457200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51" name="Text 49"/>
          <p:cNvSpPr/>
          <p:nvPr/>
        </p:nvSpPr>
        <p:spPr>
          <a:xfrm>
            <a:off x="1901952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901952" y="2587752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File or URL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91840" y="2587752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3483864" y="2359152"/>
            <a:ext cx="1389888" cy="45720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55" name="Text 53"/>
          <p:cNvSpPr/>
          <p:nvPr/>
        </p:nvSpPr>
        <p:spPr>
          <a:xfrm>
            <a:off x="3483864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Saved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483864" y="2587752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Multer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873752" y="2587752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5065776" y="2359152"/>
            <a:ext cx="1389888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9" name="Text 57"/>
          <p:cNvSpPr/>
          <p:nvPr/>
        </p:nvSpPr>
        <p:spPr>
          <a:xfrm>
            <a:off x="5065776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Sold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65776" y="2587752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455664" y="2587752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62" name="Shape 60"/>
          <p:cNvSpPr/>
          <p:nvPr/>
        </p:nvSpPr>
        <p:spPr>
          <a:xfrm>
            <a:off x="6647688" y="2359152"/>
            <a:ext cx="1371600" cy="4572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63" name="Text 61"/>
          <p:cNvSpPr/>
          <p:nvPr/>
        </p:nvSpPr>
        <p:spPr>
          <a:xfrm>
            <a:off x="6647688" y="23865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Ads Panel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47688" y="2587752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Delete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333488" y="2816352"/>
            <a:ext cx="0" cy="118872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66" name="Shape 64"/>
          <p:cNvSpPr/>
          <p:nvPr/>
        </p:nvSpPr>
        <p:spPr>
          <a:xfrm>
            <a:off x="320040" y="2935224"/>
            <a:ext cx="1389888" cy="457200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67" name="Text 65"/>
          <p:cNvSpPr/>
          <p:nvPr/>
        </p:nvSpPr>
        <p:spPr>
          <a:xfrm>
            <a:off x="320040" y="296265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Inbox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20040" y="3163824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Conversations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709928" y="3163824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1901952" y="2935224"/>
            <a:ext cx="1389888" cy="4572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71" name="Text 69"/>
          <p:cNvSpPr/>
          <p:nvPr/>
        </p:nvSpPr>
        <p:spPr>
          <a:xfrm>
            <a:off x="1901952" y="296265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Badge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901952" y="3163824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Notification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291840" y="3163824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74" name="Shape 72"/>
          <p:cNvSpPr/>
          <p:nvPr/>
        </p:nvSpPr>
        <p:spPr>
          <a:xfrm>
            <a:off x="3483864" y="2935224"/>
            <a:ext cx="1389888" cy="457200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75" name="Text 73"/>
          <p:cNvSpPr/>
          <p:nvPr/>
        </p:nvSpPr>
        <p:spPr>
          <a:xfrm>
            <a:off x="3483864" y="296265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Filter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483864" y="3163824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Min–Max Range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873752" y="3163824"/>
            <a:ext cx="109728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  <a:tailEnd type="arrow"/>
          </a:ln>
        </p:spPr>
      </p:sp>
      <p:sp>
        <p:nvSpPr>
          <p:cNvPr id="78" name="Shape 76"/>
          <p:cNvSpPr/>
          <p:nvPr/>
        </p:nvSpPr>
        <p:spPr>
          <a:xfrm>
            <a:off x="5065776" y="2935224"/>
            <a:ext cx="1389888" cy="4572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79" name="Text 77"/>
          <p:cNvSpPr/>
          <p:nvPr/>
        </p:nvSpPr>
        <p:spPr>
          <a:xfrm>
            <a:off x="5065776" y="296265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Page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065776" y="3163824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 + Pwd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647688" y="2935224"/>
            <a:ext cx="1371600" cy="4572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82" name="Text 80"/>
          <p:cNvSpPr/>
          <p:nvPr/>
        </p:nvSpPr>
        <p:spPr>
          <a:xfrm>
            <a:off x="6647688" y="29626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647688" y="3163824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Activity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20040" y="3584448"/>
            <a:ext cx="201168" cy="201168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85" name="Text 83"/>
          <p:cNvSpPr/>
          <p:nvPr/>
        </p:nvSpPr>
        <p:spPr>
          <a:xfrm>
            <a:off x="576072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Chat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057400" y="3584448"/>
            <a:ext cx="201168" cy="201168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87" name="Text 85"/>
          <p:cNvSpPr/>
          <p:nvPr/>
        </p:nvSpPr>
        <p:spPr>
          <a:xfrm>
            <a:off x="2313432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/ Post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794760" y="3584448"/>
            <a:ext cx="201168" cy="20116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89" name="Text 87"/>
          <p:cNvSpPr/>
          <p:nvPr/>
        </p:nvSpPr>
        <p:spPr>
          <a:xfrm>
            <a:off x="4050792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532120" y="3584448"/>
            <a:ext cx="201168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Text 89"/>
          <p:cNvSpPr/>
          <p:nvPr/>
        </p:nvSpPr>
        <p:spPr>
          <a:xfrm>
            <a:off x="5788152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Control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269480" y="3584448"/>
            <a:ext cx="201168" cy="20116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93" name="Text 91"/>
          <p:cNvSpPr/>
          <p:nvPr/>
        </p:nvSpPr>
        <p:spPr>
          <a:xfrm>
            <a:off x="7525512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|  FRONTEND VIEWS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Frontend — Page Overview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80160"/>
            <a:ext cx="64008" cy="1133856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69848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Page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9848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/ Sign Up tabs + Forgot Password with OTP inline — all on one page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80160"/>
            <a:ext cx="64008" cy="1133856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995928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7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/ Index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95928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category filter bar, live search, product grid with wishlist toggle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1280160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280160"/>
            <a:ext cx="64008" cy="113385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22008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Detail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22008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Multi-image slider ◄ ►, thumbnail strip, zoom modal, Message Seller button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542032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542032"/>
            <a:ext cx="64008" cy="1133856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633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➕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69848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7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Ad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69848" y="29535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device photos or paste URL, drag &amp; drop, all images saved to MongoDB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2542032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542032"/>
            <a:ext cx="64008" cy="1133856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2633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995928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/ Messages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995928" y="29535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Socket.io messaging, unread count badge, listing preview banner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2542032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2542032"/>
            <a:ext cx="64008" cy="113385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2633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22008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Ads Dashboard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22008" y="29535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Active/Sold tabs, edit ads, mark sold, delete, photo count shown on thumbnails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803904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803904"/>
            <a:ext cx="64008" cy="1133856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8953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069848" y="3895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7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Filter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69848" y="42153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preset ranges + custom min-max slider + category filter + live results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46120" y="3803904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46120" y="3803904"/>
            <a:ext cx="64008" cy="11338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0" y="38953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❤️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3995928" y="3895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Wishlist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995928" y="42153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saved items, animated remove, clear all, redirects to product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3803904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72200" y="3803904"/>
            <a:ext cx="64008" cy="1133856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38953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👑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922008" y="3895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2D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922008" y="42153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tabs: All Users (block/delete) · Listings (flag/delete) · Chats · Flagged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|  PROOF OF PROMPTS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Prompts Generating Code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435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243584"/>
            <a:ext cx="4160520" cy="1627632"/>
          </a:xfrm>
          <a:prstGeom prst="rect">
            <a:avLst/>
          </a:prstGeom>
          <a:solidFill>
            <a:srgbClr val="151510"/>
          </a:solidFill>
          <a:ln w="10160">
            <a:solidFill>
              <a:srgbClr val="4444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📷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446083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project prompt → full code generation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1737360"/>
            <a:ext cx="4160520" cy="1463040"/>
          </a:xfrm>
          <a:prstGeom prst="rect">
            <a:avLst/>
          </a:prstGeom>
          <a:solidFill>
            <a:srgbClr val="151510"/>
          </a:solidFill>
          <a:ln w="10160">
            <a:solidFill>
              <a:srgbClr val="4444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9933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📷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36592" y="2560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28712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bug prompt → fix generated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160520" cy="1463040"/>
          </a:xfrm>
          <a:prstGeom prst="rect">
            <a:avLst/>
          </a:prstGeom>
          <a:solidFill>
            <a:srgbClr val="151510"/>
          </a:solidFill>
          <a:ln w="10160">
            <a:solidFill>
              <a:srgbClr val="4444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935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📷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71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prompt → updated code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36592" y="3337560"/>
            <a:ext cx="4160520" cy="1463040"/>
          </a:xfrm>
          <a:prstGeom prst="rect">
            <a:avLst/>
          </a:prstGeom>
          <a:solidFill>
            <a:srgbClr val="151510"/>
          </a:solidFill>
          <a:ln w="10160">
            <a:solidFill>
              <a:srgbClr val="444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35935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📷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736592" y="41605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592" y="4471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refinements → single login + slider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screenshots: Open this file in PowerPoint → Go to Insert → Pictures → select your claude.ai conversation screenshots.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2E6470A-D639-D729-8E9F-C5C05F596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5190"/>
            <a:ext cx="3985625" cy="18754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F8E09AB-93F1-29E4-5926-A66AA00CA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489" y="1328532"/>
            <a:ext cx="3912311" cy="17987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97A247D-4E7E-2461-FEEA-40837858F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00068"/>
            <a:ext cx="4003753" cy="17814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303246C-B200-F571-F79D-D57D8A106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4489" y="3200400"/>
            <a:ext cx="3916598" cy="18337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|  REFERENCES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98448"/>
            <a:ext cx="64008" cy="53035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344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 Tool]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copilot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60934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AI used to generate all code through prompt engineering.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1444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https://claude.ai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911096"/>
            <a:ext cx="84124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11096"/>
            <a:ext cx="64008" cy="530352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19568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2203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[Backend]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97280" y="195681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Official Documentation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221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and Express.js framework used for server and API.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https://nodejs.org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523744"/>
            <a:ext cx="84124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523744"/>
            <a:ext cx="64008" cy="530352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2569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[Database]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" y="25694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Mongoose Docs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28346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 and ODM for User, Listing, and Chat models.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https://mongodb.com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136392"/>
            <a:ext cx="84124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136392"/>
            <a:ext cx="64008" cy="530352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18211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3429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[Real-time]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97280" y="318211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Documentation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34472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library used for real-time buyer-seller chat and notifications.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32826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https://socket.io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749040"/>
            <a:ext cx="84124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749040"/>
            <a:ext cx="64008" cy="530352"/>
          </a:xfrm>
          <a:prstGeom prst="rect">
            <a:avLst/>
          </a:prstGeom>
          <a:solidFill>
            <a:srgbClr val="1A6FAD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37947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[5]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4041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[Design]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97280" y="379476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7280" y="405993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 &amp; DM Sans fonts used for the premium dark/gold UI theme.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00800" y="38953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https://fonts.google.com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361688"/>
            <a:ext cx="84124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4361688"/>
            <a:ext cx="64008" cy="53035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44" name="Text 42"/>
          <p:cNvSpPr/>
          <p:nvPr/>
        </p:nvSpPr>
        <p:spPr>
          <a:xfrm>
            <a:off x="566928" y="44074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[6]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6928" y="46542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[Reference]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97280" y="440740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OLX India &amp; Quikr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97280" y="46725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for marketplace features, UI patterns, and user experience flow.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00800" y="4507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1A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https://olx.in  ·  https://quikr.com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457200"/>
            <a:ext cx="5029200" cy="5029200"/>
          </a:xfrm>
          <a:prstGeom prst="ellipse">
            <a:avLst/>
          </a:prstGeom>
          <a:solidFill>
            <a:srgbClr val="C8973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1645920"/>
            <a:ext cx="3657600" cy="3657600"/>
          </a:xfrm>
          <a:prstGeom prst="ellipse">
            <a:avLst/>
          </a:prstGeom>
          <a:solidFill>
            <a:srgbClr val="C8973A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3474720" y="2423160"/>
            <a:ext cx="2194560" cy="45720"/>
          </a:xfrm>
          <a:prstGeom prst="rect">
            <a:avLst/>
          </a:prstGeom>
          <a:solidFill>
            <a:srgbClr val="C8973A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78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UnidSells  ·  Buy &amp; Sell Marketplace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Node.js  ·  MongoDB  ·  Socket.io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456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63351" y="3675888"/>
            <a:ext cx="4023360" cy="54864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3689797"/>
            <a:ext cx="4023360" cy="65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1497</Words>
  <Application>Microsoft Office PowerPoint</Application>
  <PresentationFormat>On-screen Show (16:9)</PresentationFormat>
  <Paragraphs>288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UnidSells - Marketplace Web Application</dc:title>
  <dc:subject>PptxGenJS Presentation</dc:subject>
  <dc:creator>PptxGenJS</dc:creator>
  <cp:lastModifiedBy>indu lavdiya</cp:lastModifiedBy>
  <cp:revision>3</cp:revision>
  <dcterms:created xsi:type="dcterms:W3CDTF">2026-04-05T10:36:31Z</dcterms:created>
  <dcterms:modified xsi:type="dcterms:W3CDTF">2026-04-15T05:01:31Z</dcterms:modified>
</cp:coreProperties>
</file>